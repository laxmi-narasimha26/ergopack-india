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ERGOPACK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C8102E"/>
                </a:solidFill>
              </a:defRPr>
            </a:pPr>
            <a:r>
              <a:t>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B81C"/>
                </a:solidFill>
              </a:defRPr>
            </a:pPr>
            <a:r>
              <a:t>German Precision Engineering for Cargo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27 Years of Innovation | 15,000+ Systems | 60+ Countries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102E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High-Consequence Industries Face Critical Cargo Security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📦 Pharmaceutical shipments: Temperature-sensitive cargo worth millions at risk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🚗 Automotive JIT delivery: One delayed shipment = entire assembly line stoppage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💻 Electronics: High-value fragile goods demanding zero damage tolerance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⚠️ Load shifting during transit causes $2.8B+ annual losses in India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📊 Manual strapping inconsistency creates unverifiable load integrity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👷 Traditional methods are slow, unreliable, and damage-prone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13716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B81C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Premium Automated Strapping Systems for Mission-Critical Cargo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🎯 Precision Automated Strapping: Consistent tension, perfect placement, every time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🔬 German-Engineered Quality: 27 years of continuous innovation from ErgoPack Germany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⚡ Patented ChainLance Technology: World's first precision strap guidance system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🔋 Advanced Lithium-Ion Power: 1,200 cycles per charge (3.4x more than competitors)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📱 Siemens Touchscreen Controls: Industry 4.0 ready with IoT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✅ Verifiable Load Integrity: Automatic documentation for compliance &amp; audits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102E"/>
                </a:solidFill>
              </a:defRPr>
            </a:pPr>
            <a:r>
              <a:t>Why ErgoPack?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B81C"/>
                </a:solidFill>
              </a:defRPr>
            </a:pPr>
            <a:r>
              <a:t>Not a Tool. A Strategic Risk Mitigation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🏆 Award-Winning Innovation: Gold Medal Geneva Exhibition + German Inventor Award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🔐 Patented Technology: ChainLance system (1999) - world's first, still unmatched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🌍 Global Market Leader: 15,000+ systems operating in 60+ countries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📈 99.8% Customer Satisfaction: Trusted by Fortune 500 companies worldwide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🏭 Made in Germany: Uncompromising precision, reliability, and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🎓 ISO Certified: ISO 12100:2010, EU Conformity, AGR Ergonomic Certification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27 Years of German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From Prototype to Global Leader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1998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Revolutionary double scissors lifting mechanism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1999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834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ChainLance invented &amp; patented - world's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2002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🏅 Gold Medal - Geneva International Exhibition of Inventions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2008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931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First integrated sealing systems (720E/730E)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805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ErgoPack Air - world's only mobile elevated strapping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19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02919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Touchscreen innovation - Siemens industrial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3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1C"/>
                </a:solidFill>
              </a:defRPr>
            </a:pPr>
            <a: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5778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Global expansion: 15,000+ systems in 60+ countries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1C"/>
                </a:solidFill>
              </a:defRPr>
            </a:pPr>
            <a:r>
              <a:t>Innovation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1998-2001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81C"/>
                </a:solidFill>
              </a:defRPr>
            </a:pPr>
            <a:r>
              <a:t>Foundation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First prototypes, ChainLance patent, first production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2002-2008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743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81C"/>
                </a:solidFill>
              </a:defRPr>
            </a:pPr>
            <a:r>
              <a:t>Recognition 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743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International awards, electronic revolution, Tool-Lift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2011-2014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657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81C"/>
                </a:solidFill>
              </a:defRPr>
            </a:pPr>
            <a:r>
              <a:t>Advanced Tech 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57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State-of-art sealing, ErgoPack Air mobile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2016-2019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572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81C"/>
                </a:solidFill>
              </a:defRPr>
            </a:pPr>
            <a:r>
              <a:t>Digital 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40+ new features, touchscreens, X-pert Line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2020-2025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486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81C"/>
                </a:solidFill>
              </a:defRPr>
            </a:pPr>
            <a:r>
              <a:t>Global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486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15,000+ systems, 60+ countries, India partnership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Complete Product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B81C"/>
                </a:solidFill>
              </a:defRPr>
            </a:pPr>
            <a:r>
              <a:t>11 Models Across 4 Product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B81C"/>
                </a:solidFill>
              </a:defRPr>
            </a:pPr>
            <a:r>
              <a:t>X-PERT LINE (Premium)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4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Lithium-Ion • Siemens Touchscreen • Line Laser • 1,200 cycles/charge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ECONOMY LINE (Reliable)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5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Lead-Fleece Battery • Proven Technology • 350 cycles/charge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102E"/>
                </a:solidFill>
              </a:defRPr>
            </a:pPr>
            <a:r>
              <a:t>MOBILE SYSTEMS (Flexible)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0F0"/>
                </a:solidFill>
              </a:defRPr>
            </a:pPr>
            <a:r>
              <a:t>2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Portable • Retracting • Elevated Strapping • Versatile Mounting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13716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B81C"/>
                </a:solidFill>
              </a:defRPr>
            </a:pPr>
            <a:r>
              <a:t>X-PERT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The Premium Professional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🔋 Lithium-Ion Power: 1,200 strapping cycles per charge (industry-leading)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📱 Siemens Industrial Touchscreen: Intuitive control &amp; real-time monitoring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🎯 Line Laser Type 2: Precision positioning for perfect strap placement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⚡ 66 m/min Chain Speed: Ultra-fast operation (65% faster than economy)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🎚️ Adjustable Tension: 150N - 4,500N range (covers all applications)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⚙️ 4 Specialized Models: 745X Li, 726X Li, 713X Li, 700X Li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🌐 IoT-Ready: Industry 4.0 integration for smart factory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CHAINLANCE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B81C"/>
                </a:solidFill>
              </a:defRPr>
            </a:pPr>
            <a:r>
              <a:t>Patented 1999 • World's First • Still Unmatched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The Core Innovation That Revolutionized Automated Strapping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✓ Precision Strap Guidance: Guides strap around pallet with millimeter accuracy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✓ Zero Load Shifting: Eliminates vibration and movement during transit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✓ Perfect Placement: Consistent strap position every single cycle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✓ Multi-Material Compatible: PP, PET, Paper, Cord, Composite straps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✓ Reduced Damage: Prevents cargo shifting that causes $2.8B+ annual losses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✓ Verifiable Results: Consistent, documentable load securing for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The ChainLance system is the hallmark of every ErgoPack system worldwide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1C"/>
                </a:solidFill>
              </a:defRPr>
            </a:pPr>
            <a:r>
              <a:t>Lithium-Ion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657600" cy="3657600"/>
          </a:xfrm>
          <a:prstGeom prst="roundRect">
            <a:avLst/>
          </a:prstGeom>
          <a:solidFill>
            <a:srgbClr val="50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Lead-Fleece Battery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350 cycles/charge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8-10 hours charging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12.3 kg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Legacy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3657600" cy="3657600"/>
          </a:xfrm>
          <a:prstGeom prst="roundRect">
            <a:avLst/>
          </a:prstGeom>
          <a:solidFill>
            <a:srgbClr val="C8102E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B81C"/>
                </a:solidFill>
              </a:defRPr>
            </a:pPr>
            <a:r>
              <a:t>Lithium-Ion 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1,200 cycles/charge 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3.5 hours charging 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 kg weight 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Advanced technology 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B81C"/>
                </a:solidFill>
              </a:defRPr>
            </a:pPr>
            <a:r>
              <a:t>3.4x More Cycles • 60% Faster Charging • 60% Lighter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102E"/>
                </a:solidFill>
              </a:defRPr>
            </a:pPr>
            <a:r>
              <a:t>Target Markets: The Elite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High-Consequence Industries Where Failure is Not an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1C"/>
                </a:solidFill>
              </a:defRPr>
            </a:pPr>
            <a:r>
              <a:t>Pharmaceuticals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$42B market in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GDP/GMP compliance • Temperature-sensitive • Zero damage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49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1C"/>
                </a:solidFill>
              </a:defRPr>
            </a:pPr>
            <a:r>
              <a:t>Automotive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114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$67B market in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389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JIT delivery critical • Assembly line dependency • Quality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2120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1C"/>
                </a:solidFill>
              </a:defRPr>
            </a:pPr>
            <a:r>
              <a:t>Electronics &amp; Machinery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577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$118B market in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8521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High-value goods • Fragile components • Export quality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Pharmaceutical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B81C"/>
                </a:solidFill>
              </a:defRPr>
            </a:pPr>
            <a:r>
              <a:t>Case Study: Temperature-Sensitive Cargo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$5M+ shipment value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GDP/GMP compliance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Temperature excursions = total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Manual strapping inconsistent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No audit trail for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B81C"/>
                </a:solidFill>
              </a:defRPr>
            </a:pPr>
            <a:r>
              <a:t>THE ERGOPACK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ChainLance precision: zero shifting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788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Automatic compliance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1089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99.99% reliability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4290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Real-time load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490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Verifiable integrity for audits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B81C"/>
                </a:solidFill>
              </a:defRPr>
            </a:pPr>
            <a:r>
              <a:t>RESULTS: Zero load failures • 100% compliance • $2.3M saved annually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1C"/>
                </a:solidFill>
              </a:defRPr>
            </a:pPr>
            <a:r>
              <a:t>Global Traction &amp; Proof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15,000+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Systems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39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B81C"/>
                </a:solidFill>
              </a:defRPr>
            </a:pPr>
            <a:r>
              <a:t>60+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Countries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99.8%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Customer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9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79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Years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Trusted by Fortune 500 Companies Worldwide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🏆 Gold Medal - Geneva International Exhibition of Inventions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🥇 German Inventor's Award Winner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✓ ISO 12100:2010 Machine Safety Certified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✓ AGR Certified for Ergonomic Excellence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✓ EU Declaration of Conformity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13716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B81C"/>
                </a:solidFill>
              </a:defRPr>
            </a:pPr>
            <a:r>
              <a:t>Strategic India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Bringing German Precision to India's High-Growth Industries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C8102E"/>
                </a:solidFill>
              </a:defRPr>
            </a:pPr>
            <a:r>
              <a:t>🤝 BENZ PACKAGING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✓ Exclusive distribution partner for ErgoPack in India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✓ Local service &amp; support infrastructure across major industrial hubs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✓ Custom solutions for Indian pharmaceutical, automotive &amp; electronics sectors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✓ Training &amp; certification programs for technical teams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✓ Spare parts inventory &amp; 24/7 customer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B81C"/>
                </a:solidFill>
              </a:defRPr>
            </a:pPr>
            <a:r>
              <a:t>INDIA 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$227B+ addressable market (Pharma + Auto + Electronics)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Fastest-growing manufacturing hub in Asia-Pacific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Government 'Make in India' initiative driving quality standards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Rising demand for GDP/GMP compliance in pharmaceutical sector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102E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Why We Win Against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🔐 Patented ChainLance: Proprietary technology competitors cannot replicate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🏭 Made in Germany: Superior build quality &amp; engineering precision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🔋 Lithium-Ion Leadership: 3.4x more cycles than competitor systems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📱 Industry 4.0 Ready: Siemens touchscreen &amp; IoT integration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🏆 Award-Winning: International recognition for innovation excellence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🌍 Global Scale: 15,000+ installations provide extensive field-proven reliability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✅ Complete Portfolio: 11 models covering every application need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🎯 Premium Positioning: Not a commodity tool - strategic risk mitigation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📊 Verifiable Results: Automatic documentation for compliance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🛠️ Total Solution: Equipment + service + training + support ecosystem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C8102E"/>
                </a:solidFill>
              </a:defRPr>
            </a:pPr>
            <a:r>
              <a:t>Vision for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B81C"/>
                </a:solidFill>
              </a:defRPr>
            </a:pPr>
            <a:r>
              <a:t>Becoming India's Trusted Partner for Mission-Critical Cargo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B81C"/>
                </a:solidFill>
              </a:defRPr>
            </a:pPr>
            <a:r>
              <a:t>• Market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9475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Capture 40% of premium automated strapping market by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B81C"/>
                </a:solidFill>
              </a:defRPr>
            </a:pPr>
            <a:r>
              <a:t>• Innovation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7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Establish India R&amp;D center for Asia-Pacific innovations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5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B81C"/>
                </a:solidFill>
              </a:defRPr>
            </a:pPr>
            <a:r>
              <a:t>• Customer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5779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500+ installations across pharma, auto &amp; electronics by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7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B81C"/>
                </a:solidFill>
              </a:defRPr>
            </a:pPr>
            <a:r>
              <a:t>• Service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8931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nationwide service network with &lt;4 hour response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Partner With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B81C"/>
                </a:solidFill>
              </a:defRPr>
            </a:pPr>
            <a:r>
              <a:t>Secure Your Cargo. Secure Your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📧 info@ergopack-india.com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🌐 www.ergopack-india.com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📞 +91 XXX XXX 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828800" y="5577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🤝 Strategic Partnership: Benz Packaging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B81C"/>
                </a:solidFill>
              </a:defRPr>
            </a:pPr>
            <a:r>
              <a:t>German Engineering • Indian Innovation • Global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